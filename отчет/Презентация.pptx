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0FBE2-3084-4EF0-AEF0-7922B32B7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33F09E-DA34-46F6-8C12-B95990B80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B551F6-310E-48CB-A23D-AC808405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ACD2A4-66CE-4118-8602-F952B349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9C970-FF2B-43AD-8524-198C47C4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09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05DD0-F491-4A2E-A2F0-19FCAB2F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74CC2-0441-40D7-98F6-BDEEA094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533EB8-86D0-4672-9EE8-353F875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91D7D-500A-4821-B6B0-6325526E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5BCAC4-01B8-46C0-AFC0-472E659F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8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567DD-BD26-425A-9729-C2245DC6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DFEDF4-BD5A-4B2A-BA03-4D2D6DDEB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C13A6-8226-4C95-8215-841F71EC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C45BD-E75C-4F50-97A5-E408217E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2C5FF-8DA1-4E5D-9FCA-C243CF40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23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34991-EFC6-4ADB-881C-369681F2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8843B-C15C-4455-91D0-CEFBFD4F3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0301FE-519B-4B7A-A5D6-F032D820E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96E78B-1577-452D-B90F-EE3A0400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A2F1BE-F30C-4BF9-8778-63757808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D7CDE2-0640-4B4A-8DAF-71536B6D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0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20591-FD53-49AD-8C9F-9A85473B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634BD5-81C1-42E4-B770-0D894235D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C290E-2933-4DFD-ACC8-BDE90F4AC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8B1A5C-FEE7-476D-B651-BD08D6BB4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95425-9B27-45C1-893C-78EB612B8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29CFFD-5470-4805-AE1F-9FA0AFDA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DED89-F61E-460C-8B97-845A41FD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78AB5F-9377-4699-A446-82AFA886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96709-B965-4673-ADC2-1313F077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CCEFF-C53D-475A-968A-12E4AA8F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97AF55-FBB0-47B7-AA59-2777B868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E072AC-F5F2-4370-9C58-65C9031F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07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AAB850-50EA-4646-8266-3D487783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754D81-C70C-41C8-B617-C7525269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0A107-A7CF-41F6-8719-06C544E4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2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E47AE-E285-4213-8017-E3E5074C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ED4A9E-DF93-40C4-936C-81F3DF7B4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00E13A-0F81-4E22-A9D5-8E152C0C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246FA2-2F7A-4D41-8869-2ED01866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61BF9-B3B2-4CB1-88E5-B66AFBC1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8D140A-51AC-4644-817F-92B8ADA2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40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0CBE0-0E0A-4986-8E1E-06B204AD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E460A23-5B06-484D-B369-B23CAAD71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164488-9288-45DA-A88D-0C69232DB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DE0CD1-CAF4-4101-890F-1725BAA1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5B9EA1-65BD-411C-992B-47ADFFD4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C6B2C3-8BFE-4A2E-A184-E3C80E3A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28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389E1-8D33-4A20-B60A-91F4FF12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F129DD-DC87-4F15-9F5A-43A485D2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EDC05-BA20-46FB-9CB8-C28739F4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1B2491-F0CD-4B9D-A546-5BB05A0A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6E6C21-13A4-42D3-8354-DCFC1A54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06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EB5583-663E-48A4-90B7-2E700D2BD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C81032-693A-412B-80AC-7F8FD2CA2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2553DC-45ED-4FC5-B225-AD22974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D43E86-4F6C-4324-BDDD-FD798F1D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43FC49-1B0A-4FB1-AED3-DA6A55DE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48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144C6-0819-46AF-A529-3D39092D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AE533C-C79E-448E-ADCA-A7EB9B7D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D875F7-4560-4E35-B4F5-6A49BE772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5546-4A97-4DF8-AAED-69E172E38B46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E999BF-E3EC-4936-8BD2-88809D28E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D062C2-7D07-474E-8D7D-63D6772AD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75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DD26D-283D-4D3D-9E10-2993137E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1543" y="142357"/>
            <a:ext cx="5500577" cy="16557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800" i="0" cap="all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Слободской колледж</a:t>
            </a:r>
            <a:br>
              <a:rPr lang="ru-RU" sz="2800" i="0" cap="all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i="0" cap="all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педагогики и социальных отношений</a:t>
            </a:r>
            <a:endParaRPr lang="ru-RU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8D020B-4A58-4BF8-89F7-77156DD4F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144" y="2379294"/>
            <a:ext cx="9144000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Разработке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Обеспечения</a:t>
            </a:r>
            <a:br>
              <a:rPr lang="ru-RU" dirty="0"/>
            </a:br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ХранительПРО - Система управления пропускным режимом объекта КИИ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9381B-FBC6-48E9-8B0E-ECC782C18B53}"/>
              </a:ext>
            </a:extLst>
          </p:cNvPr>
          <p:cNvSpPr txBox="1"/>
          <p:nvPr/>
        </p:nvSpPr>
        <p:spPr>
          <a:xfrm>
            <a:off x="6096000" y="4869711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Выполнил:Абатуров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Никита Андреевич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09.02.07»Информационные системы и программирования»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Курс: 3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Руководитель:Калинин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Арсений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олегович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90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69A00-210C-4C4A-A3AA-3508C871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FB998-A20D-4898-A205-4219979EF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3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разработки:</a:t>
            </a:r>
            <a:b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модулей системы безопасности объекта критической информационной инфраструктуры (КИИ) для организации контроля физического доступа.</a:t>
            </a:r>
          </a:p>
          <a:p>
            <a:pPr algn="l"/>
            <a:r>
              <a:rPr lang="ru-RU" sz="3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задачи:</a:t>
            </a:r>
          </a:p>
          <a:p>
            <a:pPr algn="l">
              <a:buFont typeface="+mj-lt"/>
              <a:buAutoNum type="arabicPeriod"/>
            </a:pP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базу данных для хранения информации о посетителях, сотрудниках и заявках</a:t>
            </a:r>
          </a:p>
          <a:p>
            <a:pPr algn="l">
              <a:buFont typeface="+mj-lt"/>
              <a:buAutoNum type="arabicPeriod"/>
            </a:pP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веб-сервис для оформления заявок посетителями</a:t>
            </a:r>
          </a:p>
          <a:p>
            <a:pPr algn="l">
              <a:buFont typeface="+mj-lt"/>
              <a:buAutoNum type="arabicPeriod"/>
            </a:pP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терминал сотрудника общего отдела для проверки заявок</a:t>
            </a:r>
          </a:p>
          <a:p>
            <a:pPr algn="l">
              <a:buFont typeface="+mj-lt"/>
              <a:buAutoNum type="arabicPeriod"/>
            </a:pP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терминал сотрудника охраны для управления доступом</a:t>
            </a:r>
          </a:p>
          <a:p>
            <a:pPr algn="l">
              <a:buFont typeface="+mj-lt"/>
              <a:buAutoNum type="arabicPeriod"/>
            </a:pP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механизм «черного списка» нарушителей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123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A8DA-C884-4FA3-B4E0-8D591B65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ДЕНЬ 1 – ПРОЕКТИРОВАНИЕ БАЗЫ ДАННЫХ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E791ED-4D81-43D0-9C27-7C0995BAA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области(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UML)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БД в двух СУБД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словаря данных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Импорт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тестовыми данными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54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94A11-4B71-4129-ABC3-72B6BD63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252"/>
            <a:ext cx="10515600" cy="1325563"/>
          </a:xfrm>
        </p:spPr>
        <p:txBody>
          <a:bodyPr/>
          <a:lstStyle/>
          <a:p>
            <a:r>
              <a:rPr lang="ru-RU" dirty="0"/>
              <a:t>Диаграмма вариантов использования(</a:t>
            </a:r>
            <a:r>
              <a:rPr lang="en-US" dirty="0"/>
              <a:t>UML</a:t>
            </a:r>
            <a:r>
              <a:rPr lang="ru-RU" dirty="0"/>
              <a:t>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52B213-8BD6-4870-B466-6852ADD0F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731" y="1470729"/>
            <a:ext cx="6014926" cy="5185019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9466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D244C-3C66-4D63-BA2C-1101A94C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297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2EC6960-5935-481F-AE2E-57ABFC59E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953" y="1177861"/>
            <a:ext cx="5275703" cy="54563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3466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D0207-0275-4E02-906E-E2251C18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ДЕНЬ 2 – РАЗРАБОТКА СЕРВИСА ДЛЯ ПОСЕТИТЕЛЯ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F3B64-FDFC-4137-9F38-2964A0EB2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Форма сервиса для посетителя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Функция авторизации (3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способа:SQL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запрос / Хранимая процедура / ORM (EF Core))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Функция регистрации (3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способа:SQL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запрос / Хранимая процедура / ORM (EF Core))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Оформление индивидуальной заявки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Просмотр созданных заявок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32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5187C-685F-4156-8E72-A28DF7389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ДЕНЬ 3 – ТЕРМИНАЛЫ СОТРУДНИКОВ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A62EB-5A50-4A0D-A5D8-919A9FED0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Настольное приложение для посетителя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Терминал сотрудника общего отдела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Представление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ViewListRequests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Хранимая процедура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FilteringRequests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93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C5AB9-1337-4FC3-BD4D-B92FFBF3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ДЕНЬ 4 – ТЕРМИНАЛ ОХРАНЫ И ТРИГГЕРЫ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DCE32-75B6-4517-9430-EA6603D18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F1115"/>
                </a:solidFill>
                <a:latin typeface="quote-cjk-patch"/>
              </a:rPr>
              <a:t>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методов и триггеров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Терминал сотрудника охраны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Словарь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7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48FA2-C250-434D-B98F-2C17920C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ДЕНЬ 5 – ОТЧЕТЫ И ДОКУМЕНТАЦИЯ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B9A377-A0B1-4164-8705-D6DF3A1D8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Отчет по посещениям (день/месяц/год)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Список лиц на территории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Отчет по подразделениям за 3 часа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Итоговая диаграмма вариантов использования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Оформление документов по практике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505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79287-6020-46C2-ACB1-6B859483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2BEE78-98E2-430E-B9A3-9C89B276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БД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MS SQL Server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Словарь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Настольное приложение для посетителя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 сотрудника общего отдела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 сотрудника охраны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 сотрудника подразделения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 генерации логина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Черный список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Отчеты и аналитика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4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B0248-E79C-4F91-8C26-0ED7712A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51FA8F-31D2-4704-BCE9-3DB55B3B1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СУБД -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PostgreSQL 18.3 / MS SQL Server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ORM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-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Entity Framework Core 9.0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Язык программирования -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C#.NET 10.0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Платформа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-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WPF (Windows Presentation Foundation)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M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icrosoft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Архитектура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-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MVVM (Model-View-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ViewModel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50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D93C3-CD04-446C-8B8B-516A4B97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AD040-F98D-4C5A-93D2-047ED1D6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Результаты работы: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Разработана база данных «</a:t>
            </a:r>
            <a:r>
              <a:rPr lang="ru-RU" i="0" dirty="0" err="1">
                <a:solidFill>
                  <a:srgbClr val="0F1115"/>
                </a:solidFill>
                <a:effectLst/>
                <a:latin typeface="quote-cjk-patch"/>
              </a:rPr>
              <a:t>KeeperPro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», соответствующая требованиям 3НФ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Созданы три настольных приложения для разных категорий пользователей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Реализованы три способа авторизации и регистрации (SQL, хранимая процедура, ORM)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Разработан механизм черного списка с автоматическим добавлением нарушителей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Создан триггер для автоматической генерации логина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Оформлена полная документация по проекту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Перспективы развития: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Веб-версия сервиса для посетителей</a:t>
            </a:r>
          </a:p>
          <a:p>
            <a:pPr marL="514350" indent="-5143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Мобильное приложение для охраны (QR-коды)</a:t>
            </a:r>
          </a:p>
          <a:p>
            <a:pPr marL="514350" indent="-5143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Интеграция с реальными турникетами</a:t>
            </a:r>
          </a:p>
          <a:p>
            <a:pPr marL="514350" indent="-5143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Расширенная аналитика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дашборды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2488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428</Words>
  <Application>Microsoft Office PowerPoint</Application>
  <PresentationFormat>Широкоэкранный</PresentationFormat>
  <Paragraphs>80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quote-cjk-patch</vt:lpstr>
      <vt:lpstr>Times New Roman</vt:lpstr>
      <vt:lpstr>Тема Office</vt:lpstr>
      <vt:lpstr>Слободской колледж педагогики и социальных отношений</vt:lpstr>
      <vt:lpstr>ЦЕЛИ И ЗАДАЧИ</vt:lpstr>
      <vt:lpstr>ДЕНЬ 1 – ПРОЕКТИРОВАНИЕ БАЗЫ ДАННЫХ</vt:lpstr>
      <vt:lpstr>Диаграмма вариантов использования(UML)</vt:lpstr>
      <vt:lpstr>ER-Диаграмма</vt:lpstr>
      <vt:lpstr>ДЕНЬ 2 – РАЗРАБОТКА СЕРВИСА ДЛЯ ПОСЕТИТЕЛЯ</vt:lpstr>
      <vt:lpstr>ДЕНЬ 3 – ТЕРМИНАЛЫ СОТРУДНИКОВ</vt:lpstr>
      <vt:lpstr>ДЕНЬ 4 – ТЕРМИНАЛ ОХРАНЫ И ТРИГГЕРЫ</vt:lpstr>
      <vt:lpstr>ДЕНЬ 5 – ОТЧЕТЫ И ДОКУМЕНТАЦИЯ</vt:lpstr>
      <vt:lpstr>итог</vt:lpstr>
      <vt:lpstr>ТЕХНОЛОГИИ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Слободской колледж педагогики и социальных отношений</dc:title>
  <dc:creator>Kab33-01</dc:creator>
  <cp:lastModifiedBy>Kab33-01</cp:lastModifiedBy>
  <cp:revision>3</cp:revision>
  <dcterms:created xsi:type="dcterms:W3CDTF">2026-04-21T05:50:39Z</dcterms:created>
  <dcterms:modified xsi:type="dcterms:W3CDTF">2026-04-21T06:17:14Z</dcterms:modified>
</cp:coreProperties>
</file>